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20"/>
  </p:normalViewPr>
  <p:slideViewPr>
    <p:cSldViewPr snapToGrid="0">
      <p:cViewPr varScale="1">
        <p:scale>
          <a:sx n="88" d="100"/>
          <a:sy n="88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DAD6-6F87-CAE1-E32A-3BC472555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09C35-FC87-240C-3AF2-6C7C62FA3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7C39-52F9-6726-7E9B-5C8CA320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33EC0-44C7-C3AE-A35F-B55F22E7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6174E-4284-50DB-EBAC-CEE933CB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67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A3FB-7A7C-0F25-BC45-CC539F4C5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B375B-EF2D-7EE6-7C73-406AB13B3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3D77E-F815-024C-8686-C9D0ACA69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D827D-4085-0F3F-F20A-F4909A8A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8427-FD60-62E2-E175-A69B49E1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5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87AD-1AD5-CC3A-114B-190A3E3F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BE6BD-3E6E-B98B-EC79-6028DC753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50729-DE5A-EDF5-37B8-28E07CC0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8FEAB-3B07-A44C-3CCA-6468CF91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E707D-7246-DE8E-0B2F-862F9879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35EF-844E-DF52-9042-F9AD8A3A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978E4-D7DE-77E3-FC12-1B6FCF9BC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EF36C-9AE5-CE26-0436-7CD5A2689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6D88E-046A-6BDA-594C-B1423EC75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5D7DF-ADA6-87DF-DC98-753DC943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4E022-07CE-E9C0-2967-CB43C569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2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70A4-43C9-D815-429B-95ED4FB91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E9814-1F10-4434-300B-ABE3E0692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EFBAE-A6D4-301E-5B9A-D2E58C803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47E79-8956-C293-C39F-1EB16ACF7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D20D9-AD92-937A-AFA4-9775A7439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7E95A2-9C71-6259-BC1A-DEFDB4B0F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401B3-4DFC-2CB8-9B44-34FA8CF0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568B20-2450-88F1-5834-5B998334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8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B58C-DA3B-1161-2061-03FE2020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4BD22-9BCF-FE42-143C-DA573170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59760-1082-2080-2E98-2FE88E723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BD532-F598-8F38-6991-B5E05CCB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9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64E7EA-0715-60CD-D2CD-DE621C59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7F41F-3C83-7AA7-39F5-DD2E2EE1D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F281A-3140-7205-B925-6E231A16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3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D3C0-209D-44F9-925C-2B9FB798B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836B5-AD2C-2435-D190-EE87C0CDE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1A93B-245F-4B9E-A8AA-1F02ECD85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54632-1664-8D27-2B5F-EF8C4802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1A80F-D3CC-D961-5403-C7589C3C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C4CC7-BA75-EEF5-A3C1-CCA21AC8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1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DB1-2C76-03A2-D594-513A71152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9DD682-1C52-5F96-8326-D0DA1D9401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78719-9BF8-A973-6AA8-2D25CDB19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16250-3A10-3D15-BB77-4F279693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54FF8-2B09-9BE4-E8C7-44DECD94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C334B-2FB2-CBC3-68C5-23B0A960D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24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6F431-6270-C0E8-6227-1F505F11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02F00-E035-3319-2EE4-5E6F5C98E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DE665-8873-1344-6228-E4A0A42F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C7F14-633A-5091-4CB6-B8030089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E16E5-2C53-E020-1291-315B1404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0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44D70-2486-4A98-6F44-D399FA9A2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BE378-EEC5-ED46-9927-6A428BD3C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51FD7-EC51-FDB4-AE17-01411EB6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B4D20-3BC2-9CB8-913C-F6061EC68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B64D8-3827-4D4D-06D5-C54AF765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2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8B41C-2E2F-4B73-8CDA-E0A1E56E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8A12E-3B45-3F32-85FC-FBD46501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E298F-8E0D-558E-F8A8-1B9729251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A69F6-F6E9-AB4D-95FE-E6E02AD4E9A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85759-04AD-48FE-7156-B547125A9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DE62B-EEDE-BA40-1812-044373392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E4B15-DF2B-914A-ABB5-7ABE66BC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6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E3EF-915C-E782-41FC-45C508D51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4972" y="2254477"/>
            <a:ext cx="9144000" cy="2387600"/>
          </a:xfrm>
        </p:spPr>
        <p:txBody>
          <a:bodyPr anchor="b"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Automotive Pricing Analysis &amp; Market Drivers</a:t>
            </a:r>
            <a:b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618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13934-D60C-7549-F179-F4F032CC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41E655-0A60-C3D4-DCA7-A3B0337E21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0" t="2076" r="1400"/>
          <a:stretch>
            <a:fillRect/>
          </a:stretch>
        </p:blipFill>
        <p:spPr>
          <a:xfrm>
            <a:off x="2496457" y="580570"/>
            <a:ext cx="7199086" cy="582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95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BB2F3-7FF6-9168-4E46-FB9DCEE17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2F9E97-AD12-DE0E-5C12-61CA632AF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2" y="573082"/>
            <a:ext cx="8733971" cy="628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3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9C4F39-6DF7-DBFB-3F5D-F0835AF51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3"/>
          <a:stretch>
            <a:fillRect/>
          </a:stretch>
        </p:blipFill>
        <p:spPr>
          <a:xfrm>
            <a:off x="1382486" y="537028"/>
            <a:ext cx="9459686" cy="589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60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Automotive Pricing Analysis &amp; Market Drivers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Patwal</dc:creator>
  <cp:lastModifiedBy>Akash Patwal</cp:lastModifiedBy>
  <cp:revision>1</cp:revision>
  <dcterms:created xsi:type="dcterms:W3CDTF">2026-04-15T18:30:13Z</dcterms:created>
  <dcterms:modified xsi:type="dcterms:W3CDTF">2026-04-15T18:37:14Z</dcterms:modified>
</cp:coreProperties>
</file>